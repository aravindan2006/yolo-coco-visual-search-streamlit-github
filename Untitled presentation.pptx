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c099b4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c099b4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c099b4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c099b4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c099b4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c099b4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c099b4d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fc099b4d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c099b4d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c099b4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099b4d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fc099b4d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c099b4d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c099b4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We're Building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computer vision image search app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photos by </a:t>
            </a:r>
            <a:r>
              <a:rPr b="1" lang="en" sz="1100">
                <a:solidFill>
                  <a:schemeClr val="dk1"/>
                </a:solidFill>
              </a:rPr>
              <a:t>content</a:t>
            </a:r>
            <a:r>
              <a:rPr lang="en" sz="1100">
                <a:solidFill>
                  <a:schemeClr val="dk1"/>
                </a:solidFill>
              </a:rPr>
              <a:t>, not file names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Modes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any</a:t>
            </a:r>
            <a:r>
              <a:rPr lang="en" sz="1100">
                <a:solidFill>
                  <a:schemeClr val="dk1"/>
                </a:solidFill>
              </a:rPr>
              <a:t> selected object (e.g., dog or cat)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all</a:t>
            </a:r>
            <a:r>
              <a:rPr lang="en" sz="1100">
                <a:solidFill>
                  <a:schemeClr val="dk1"/>
                </a:solidFill>
              </a:rPr>
              <a:t> selected objects together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 Used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YOLOv11</a:t>
            </a:r>
            <a:r>
              <a:rPr lang="en" sz="1100">
                <a:solidFill>
                  <a:schemeClr val="dk1"/>
                </a:solidFill>
              </a:rPr>
              <a:t> – for object detection (80 COCO classes)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Streamlit</a:t>
            </a:r>
            <a:r>
              <a:rPr lang="en" sz="1100">
                <a:solidFill>
                  <a:schemeClr val="dk1"/>
                </a:solidFill>
              </a:rPr>
              <a:t> – for the web UI (runs on localhost:8501)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COCO dataset</a:t>
            </a:r>
            <a:r>
              <a:rPr lang="en" sz="1100">
                <a:solidFill>
                  <a:schemeClr val="dk1"/>
                </a:solidFill>
              </a:rPr>
              <a:t> – 500 sample images used in the demo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Provide image folder path → run inference → saves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metadata.json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Load metadata next time — no need to re-run inference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Share the JSON file with teammates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Features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class (e.g., apple, bus)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count (e.g., max 4 buses)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View bounding boxes with confidence scores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Highlight only matched classes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Export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Download filtered results as a JSON file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Useful for annotation and model retraining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You'll Learn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Computer vision &amp; object detection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Python backend development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Modular code design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8166"/>
            <a:ext cx="9144003" cy="448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209"/>
            <a:ext cx="9144003" cy="4371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7279"/>
            <a:ext cx="9144003" cy="438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9084"/>
            <a:ext cx="9144003" cy="408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Screenshot 2026-03-13 at 11.18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51"/>
            <a:ext cx="9144003" cy="506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